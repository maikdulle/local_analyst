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Jul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Organic</c:v>
                </c:pt>
                <c:pt idx="1">
                  <c:v>Paid Search</c:v>
                </c:pt>
                <c:pt idx="2">
                  <c:v>Email</c:v>
                </c:pt>
                <c:pt idx="3">
                  <c:v>Social</c:v>
                </c:pt>
                <c:pt idx="4">
                  <c:v>Direct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890000</c:v>
                </c:pt>
                <c:pt idx="1">
                  <c:v>620000</c:v>
                </c:pt>
                <c:pt idx="2">
                  <c:v>410000</c:v>
                </c:pt>
                <c:pt idx="3">
                  <c:v>225000</c:v>
                </c:pt>
                <c:pt idx="4">
                  <c:v>200678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Organic</c:v>
                </c:pt>
                <c:pt idx="1">
                  <c:v>Paid Search</c:v>
                </c:pt>
                <c:pt idx="2">
                  <c:v>Email</c:v>
                </c:pt>
                <c:pt idx="3">
                  <c:v>Social</c:v>
                </c:pt>
                <c:pt idx="4">
                  <c:v>Direct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920000</c:v>
                </c:pt>
                <c:pt idx="1">
                  <c:v>680000</c:v>
                </c:pt>
                <c:pt idx="2">
                  <c:v>450000</c:v>
                </c:pt>
                <c:pt idx="3">
                  <c:v>242000</c:v>
                </c:pt>
                <c:pt idx="4">
                  <c:v>220340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Sep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Organic</c:v>
                </c:pt>
                <c:pt idx="1">
                  <c:v>Paid Search</c:v>
                </c:pt>
                <c:pt idx="2">
                  <c:v>Email</c:v>
                </c:pt>
                <c:pt idx="3">
                  <c:v>Social</c:v>
                </c:pt>
                <c:pt idx="4">
                  <c:v>Direct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1050000</c:v>
                </c:pt>
                <c:pt idx="1">
                  <c:v>750000</c:v>
                </c:pt>
                <c:pt idx="2">
                  <c:v>520000</c:v>
                </c:pt>
                <c:pt idx="3">
                  <c:v>301000</c:v>
                </c:pt>
                <c:pt idx="4">
                  <c:v>270205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(€)</c:v>
                </c:pt>
              </c:strCache>
            </c:strRef>
          </c:tx>
          <c:marker>
            <c:symbol val="none"/>
          </c:marker>
          <c:cat>
            <c:strRef>
              <c:f>Sheet1!$A$2:$A$31</c:f>
              <c:strCache>
                <c:ptCount val="30"/>
                <c:pt idx="0">
                  <c:v>Sep 1</c:v>
                </c:pt>
                <c:pt idx="1">
                  <c:v>Sep 2</c:v>
                </c:pt>
                <c:pt idx="2">
                  <c:v>Sep 3</c:v>
                </c:pt>
                <c:pt idx="3">
                  <c:v>Sep 4</c:v>
                </c:pt>
                <c:pt idx="4">
                  <c:v>Sep 5</c:v>
                </c:pt>
                <c:pt idx="5">
                  <c:v>Sep 6</c:v>
                </c:pt>
                <c:pt idx="6">
                  <c:v>Sep 7</c:v>
                </c:pt>
                <c:pt idx="7">
                  <c:v>Sep 8</c:v>
                </c:pt>
                <c:pt idx="8">
                  <c:v>Sep 9</c:v>
                </c:pt>
                <c:pt idx="9">
                  <c:v>Sep 10</c:v>
                </c:pt>
                <c:pt idx="10">
                  <c:v>Sep 11</c:v>
                </c:pt>
                <c:pt idx="11">
                  <c:v>Sep 12</c:v>
                </c:pt>
                <c:pt idx="12">
                  <c:v>Sep 13</c:v>
                </c:pt>
                <c:pt idx="13">
                  <c:v>Sep 14</c:v>
                </c:pt>
                <c:pt idx="14">
                  <c:v>Sep 15</c:v>
                </c:pt>
                <c:pt idx="15">
                  <c:v>Sep 16</c:v>
                </c:pt>
                <c:pt idx="16">
                  <c:v>Sep 17</c:v>
                </c:pt>
                <c:pt idx="17">
                  <c:v>Sep 18</c:v>
                </c:pt>
                <c:pt idx="18">
                  <c:v>Sep 19</c:v>
                </c:pt>
                <c:pt idx="19">
                  <c:v>Sep 20</c:v>
                </c:pt>
                <c:pt idx="20">
                  <c:v>Sep 21</c:v>
                </c:pt>
                <c:pt idx="21">
                  <c:v>Sep 22</c:v>
                </c:pt>
                <c:pt idx="22">
                  <c:v>Sep 23</c:v>
                </c:pt>
                <c:pt idx="23">
                  <c:v>Sep 24</c:v>
                </c:pt>
                <c:pt idx="24">
                  <c:v>Sep 25</c:v>
                </c:pt>
                <c:pt idx="25">
                  <c:v>Sep 26</c:v>
                </c:pt>
                <c:pt idx="26">
                  <c:v>Sep 27</c:v>
                </c:pt>
                <c:pt idx="27">
                  <c:v>Sep 28</c:v>
                </c:pt>
                <c:pt idx="28">
                  <c:v>Sep 29</c:v>
                </c:pt>
                <c:pt idx="29">
                  <c:v>Sep 30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77296</c:v>
                </c:pt>
                <c:pt idx="1">
                  <c:v>72439</c:v>
                </c:pt>
                <c:pt idx="2">
                  <c:v>89624</c:v>
                </c:pt>
                <c:pt idx="3">
                  <c:v>88449</c:v>
                </c:pt>
                <c:pt idx="4">
                  <c:v>87828</c:v>
                </c:pt>
                <c:pt idx="5">
                  <c:v>83144</c:v>
                </c:pt>
                <c:pt idx="6">
                  <c:v>81517</c:v>
                </c:pt>
                <c:pt idx="7">
                  <c:v>81297</c:v>
                </c:pt>
                <c:pt idx="8">
                  <c:v>104051</c:v>
                </c:pt>
                <c:pt idx="9">
                  <c:v>79282</c:v>
                </c:pt>
                <c:pt idx="10">
                  <c:v>79952</c:v>
                </c:pt>
                <c:pt idx="11">
                  <c:v>84940</c:v>
                </c:pt>
                <c:pt idx="12">
                  <c:v>93928</c:v>
                </c:pt>
                <c:pt idx="13">
                  <c:v>95647</c:v>
                </c:pt>
                <c:pt idx="14">
                  <c:v>114318</c:v>
                </c:pt>
                <c:pt idx="15">
                  <c:v>83739</c:v>
                </c:pt>
                <c:pt idx="16">
                  <c:v>95831</c:v>
                </c:pt>
                <c:pt idx="17">
                  <c:v>111093</c:v>
                </c:pt>
                <c:pt idx="18">
                  <c:v>98846</c:v>
                </c:pt>
                <c:pt idx="19">
                  <c:v>114639</c:v>
                </c:pt>
                <c:pt idx="20">
                  <c:v>104231</c:v>
                </c:pt>
                <c:pt idx="21">
                  <c:v>87225</c:v>
                </c:pt>
                <c:pt idx="22">
                  <c:v>98063</c:v>
                </c:pt>
                <c:pt idx="23">
                  <c:v>116096</c:v>
                </c:pt>
                <c:pt idx="24">
                  <c:v>111498</c:v>
                </c:pt>
                <c:pt idx="25">
                  <c:v>108210</c:v>
                </c:pt>
                <c:pt idx="26">
                  <c:v>100989</c:v>
                </c:pt>
                <c:pt idx="27">
                  <c:v>105710</c:v>
                </c:pt>
                <c:pt idx="28">
                  <c:v>114459</c:v>
                </c:pt>
                <c:pt idx="29">
                  <c:v>99898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Churn risk based on 90-day inactivity threshold. VIP = top 5% by LTV.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Q3 2025 — eCommerce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Test Data for Local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9144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53340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Jul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Aug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Sep 2025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Revenue (€)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2,345,678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2,512,340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2,891,205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12,450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13,210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15,890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AOV (€)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188.40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190.18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181.95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Conversion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3.8%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New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4,120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4,580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5,230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Revenue by Channel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188720"/>
          <a:ext cx="10058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Daily Revenue Trend (Sep 2025)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188720"/>
          <a:ext cx="10058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Customer Segments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9144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</a:tblGrid>
              <a:tr h="512064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Avg Revenue (€)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Avg 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Churn Risk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4,520.00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Low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8,430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890.50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Medium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Occasional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5,120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245.80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5,230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142.30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Very High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